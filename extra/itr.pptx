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8" r:id="rId2"/>
    <p:sldId id="389" r:id="rId3"/>
    <p:sldId id="390" r:id="rId4"/>
    <p:sldId id="393" r:id="rId5"/>
    <p:sldId id="409" r:id="rId6"/>
    <p:sldId id="414" r:id="rId7"/>
    <p:sldId id="259" r:id="rId8"/>
    <p:sldId id="395" r:id="rId9"/>
    <p:sldId id="413" r:id="rId10"/>
    <p:sldId id="394" r:id="rId11"/>
    <p:sldId id="399" r:id="rId12"/>
    <p:sldId id="261" r:id="rId13"/>
    <p:sldId id="262" r:id="rId14"/>
    <p:sldId id="263" r:id="rId15"/>
    <p:sldId id="267" r:id="rId16"/>
    <p:sldId id="269" r:id="rId17"/>
    <p:sldId id="273" r:id="rId18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DBF0E5-3E16-4F16-9F9C-72DD81719155}">
          <p14:sldIdLst>
            <p14:sldId id="258"/>
            <p14:sldId id="389"/>
            <p14:sldId id="390"/>
            <p14:sldId id="393"/>
            <p14:sldId id="409"/>
            <p14:sldId id="414"/>
            <p14:sldId id="259"/>
            <p14:sldId id="395"/>
            <p14:sldId id="413"/>
            <p14:sldId id="394"/>
            <p14:sldId id="399"/>
            <p14:sldId id="261"/>
            <p14:sldId id="262"/>
            <p14:sldId id="263"/>
            <p14:sldId id="267"/>
            <p14:sldId id="269"/>
            <p14:sldId id="273"/>
          </p14:sldIdLst>
        </p14:section>
        <p14:section name="Untitled Section" id="{6F3CB948-DBCE-4B70-9604-7FC248C2EC0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43C78F-F022-403C-A61D-1E1D77688FD2}" v="12" dt="2026-07-20T17:19:41.6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172" autoAdjust="0"/>
  </p:normalViewPr>
  <p:slideViewPr>
    <p:cSldViewPr snapToGrid="0">
      <p:cViewPr varScale="1">
        <p:scale>
          <a:sx n="83" d="100"/>
          <a:sy n="83" d="100"/>
        </p:scale>
        <p:origin x="677" y="82"/>
      </p:cViewPr>
      <p:guideLst>
        <p:guide orient="horz" pos="2160"/>
        <p:guide pos="384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 Kumar" userId="ca8a345b927b2d4a" providerId="LiveId" clId="{6AA6E2EC-19F5-4B73-9F87-EFD8A31B162F}"/>
    <pc:docChg chg="undo custSel addSld delSld modSld sldOrd modSection">
      <pc:chgData name="Manish Kumar" userId="ca8a345b927b2d4a" providerId="LiveId" clId="{6AA6E2EC-19F5-4B73-9F87-EFD8A31B162F}" dt="2026-07-20T17:21:42.917" v="298" actId="313"/>
      <pc:docMkLst>
        <pc:docMk/>
      </pc:docMkLst>
      <pc:sldChg chg="modSp mod">
        <pc:chgData name="Manish Kumar" userId="ca8a345b927b2d4a" providerId="LiveId" clId="{6AA6E2EC-19F5-4B73-9F87-EFD8A31B162F}" dt="2026-07-20T17:01:13.399" v="107" actId="20577"/>
        <pc:sldMkLst>
          <pc:docMk/>
          <pc:sldMk cId="1957555787" sldId="258"/>
        </pc:sldMkLst>
        <pc:spChg chg="mod">
          <ac:chgData name="Manish Kumar" userId="ca8a345b927b2d4a" providerId="LiveId" clId="{6AA6E2EC-19F5-4B73-9F87-EFD8A31B162F}" dt="2026-07-20T17:01:13.399" v="107" actId="20577"/>
          <ac:spMkLst>
            <pc:docMk/>
            <pc:sldMk cId="1957555787" sldId="258"/>
            <ac:spMk id="2" creationId="{00000000-0000-0000-0000-000000000000}"/>
          </ac:spMkLst>
        </pc:spChg>
        <pc:spChg chg="mod">
          <ac:chgData name="Manish Kumar" userId="ca8a345b927b2d4a" providerId="LiveId" clId="{6AA6E2EC-19F5-4B73-9F87-EFD8A31B162F}" dt="2026-07-20T17:00:55.370" v="62" actId="20577"/>
          <ac:spMkLst>
            <pc:docMk/>
            <pc:sldMk cId="1957555787" sldId="258"/>
            <ac:spMk id="9" creationId="{00000000-0000-0000-0000-000000000000}"/>
          </ac:spMkLst>
        </pc:spChg>
      </pc:sldChg>
      <pc:sldChg chg="add setBg">
        <pc:chgData name="Manish Kumar" userId="ca8a345b927b2d4a" providerId="LiveId" clId="{6AA6E2EC-19F5-4B73-9F87-EFD8A31B162F}" dt="2026-07-20T17:10:50.184" v="145"/>
        <pc:sldMkLst>
          <pc:docMk/>
          <pc:sldMk cId="0" sldId="259"/>
        </pc:sldMkLst>
      </pc:sldChg>
      <pc:sldChg chg="add setBg">
        <pc:chgData name="Manish Kumar" userId="ca8a345b927b2d4a" providerId="LiveId" clId="{6AA6E2EC-19F5-4B73-9F87-EFD8A31B162F}" dt="2026-07-20T17:16:57.736" v="277"/>
        <pc:sldMkLst>
          <pc:docMk/>
          <pc:sldMk cId="0" sldId="261"/>
        </pc:sldMkLst>
      </pc:sldChg>
      <pc:sldChg chg="add setBg">
        <pc:chgData name="Manish Kumar" userId="ca8a345b927b2d4a" providerId="LiveId" clId="{6AA6E2EC-19F5-4B73-9F87-EFD8A31B162F}" dt="2026-07-20T17:17:24.293" v="278"/>
        <pc:sldMkLst>
          <pc:docMk/>
          <pc:sldMk cId="0" sldId="262"/>
        </pc:sldMkLst>
      </pc:sldChg>
      <pc:sldChg chg="add setBg">
        <pc:chgData name="Manish Kumar" userId="ca8a345b927b2d4a" providerId="LiveId" clId="{6AA6E2EC-19F5-4B73-9F87-EFD8A31B162F}" dt="2026-07-20T17:17:34.041" v="279"/>
        <pc:sldMkLst>
          <pc:docMk/>
          <pc:sldMk cId="0" sldId="263"/>
        </pc:sldMkLst>
      </pc:sldChg>
      <pc:sldChg chg="add setBg">
        <pc:chgData name="Manish Kumar" userId="ca8a345b927b2d4a" providerId="LiveId" clId="{6AA6E2EC-19F5-4B73-9F87-EFD8A31B162F}" dt="2026-07-20T17:18:17.143" v="280"/>
        <pc:sldMkLst>
          <pc:docMk/>
          <pc:sldMk cId="0" sldId="267"/>
        </pc:sldMkLst>
      </pc:sldChg>
      <pc:sldChg chg="add setBg">
        <pc:chgData name="Manish Kumar" userId="ca8a345b927b2d4a" providerId="LiveId" clId="{6AA6E2EC-19F5-4B73-9F87-EFD8A31B162F}" dt="2026-07-20T17:18:30.394" v="281"/>
        <pc:sldMkLst>
          <pc:docMk/>
          <pc:sldMk cId="0" sldId="269"/>
        </pc:sldMkLst>
      </pc:sldChg>
      <pc:sldChg chg="addSp modSp add mod setBg">
        <pc:chgData name="Manish Kumar" userId="ca8a345b927b2d4a" providerId="LiveId" clId="{6AA6E2EC-19F5-4B73-9F87-EFD8A31B162F}" dt="2026-07-20T17:20:34.956" v="293" actId="14100"/>
        <pc:sldMkLst>
          <pc:docMk/>
          <pc:sldMk cId="0" sldId="273"/>
        </pc:sldMkLst>
        <pc:picChg chg="add mod">
          <ac:chgData name="Manish Kumar" userId="ca8a345b927b2d4a" providerId="LiveId" clId="{6AA6E2EC-19F5-4B73-9F87-EFD8A31B162F}" dt="2026-07-20T17:20:34.956" v="293" actId="14100"/>
          <ac:picMkLst>
            <pc:docMk/>
            <pc:sldMk cId="0" sldId="273"/>
            <ac:picMk id="8" creationId="{0C6DFE17-D374-A322-87AF-C32C34D3B34F}"/>
          </ac:picMkLst>
        </pc:picChg>
      </pc:sldChg>
      <pc:sldChg chg="delSp modSp mod">
        <pc:chgData name="Manish Kumar" userId="ca8a345b927b2d4a" providerId="LiveId" clId="{6AA6E2EC-19F5-4B73-9F87-EFD8A31B162F}" dt="2026-07-20T17:21:42.917" v="298" actId="313"/>
        <pc:sldMkLst>
          <pc:docMk/>
          <pc:sldMk cId="3602055944" sldId="390"/>
        </pc:sldMkLst>
        <pc:spChg chg="mod">
          <ac:chgData name="Manish Kumar" userId="ca8a345b927b2d4a" providerId="LiveId" clId="{6AA6E2EC-19F5-4B73-9F87-EFD8A31B162F}" dt="2026-07-20T17:21:42.917" v="298" actId="313"/>
          <ac:spMkLst>
            <pc:docMk/>
            <pc:sldMk cId="3602055944" sldId="390"/>
            <ac:spMk id="5" creationId="{0E36D73A-E033-A640-92BC-010416C97E05}"/>
          </ac:spMkLst>
        </pc:spChg>
        <pc:picChg chg="del">
          <ac:chgData name="Manish Kumar" userId="ca8a345b927b2d4a" providerId="LiveId" clId="{6AA6E2EC-19F5-4B73-9F87-EFD8A31B162F}" dt="2026-07-20T17:02:20.410" v="113" actId="478"/>
          <ac:picMkLst>
            <pc:docMk/>
            <pc:sldMk cId="3602055944" sldId="390"/>
            <ac:picMk id="1026" creationId="{FCFE8777-FC77-E9A7-A8EC-7074C2DFD357}"/>
          </ac:picMkLst>
        </pc:picChg>
      </pc:sldChg>
      <pc:sldChg chg="addSp delSp modSp mod">
        <pc:chgData name="Manish Kumar" userId="ca8a345b927b2d4a" providerId="LiveId" clId="{6AA6E2EC-19F5-4B73-9F87-EFD8A31B162F}" dt="2026-07-20T17:06:19.460" v="131" actId="14100"/>
        <pc:sldMkLst>
          <pc:docMk/>
          <pc:sldMk cId="3837384428" sldId="393"/>
        </pc:sldMkLst>
        <pc:picChg chg="add del mod">
          <ac:chgData name="Manish Kumar" userId="ca8a345b927b2d4a" providerId="LiveId" clId="{6AA6E2EC-19F5-4B73-9F87-EFD8A31B162F}" dt="2026-07-20T17:05:49.024" v="126" actId="478"/>
          <ac:picMkLst>
            <pc:docMk/>
            <pc:sldMk cId="3837384428" sldId="393"/>
            <ac:picMk id="3" creationId="{0F5CE9A5-4606-4275-DB2A-7D6F73A872D3}"/>
          </ac:picMkLst>
        </pc:picChg>
        <pc:picChg chg="del">
          <ac:chgData name="Manish Kumar" userId="ca8a345b927b2d4a" providerId="LiveId" clId="{6AA6E2EC-19F5-4B73-9F87-EFD8A31B162F}" dt="2026-07-20T17:02:32.249" v="114" actId="478"/>
          <ac:picMkLst>
            <pc:docMk/>
            <pc:sldMk cId="3837384428" sldId="393"/>
            <ac:picMk id="5" creationId="{24093CF9-EB5F-8700-4298-C260758A731D}"/>
          </ac:picMkLst>
        </pc:picChg>
        <pc:picChg chg="add mod">
          <ac:chgData name="Manish Kumar" userId="ca8a345b927b2d4a" providerId="LiveId" clId="{6AA6E2EC-19F5-4B73-9F87-EFD8A31B162F}" dt="2026-07-20T17:06:19.460" v="131" actId="14100"/>
          <ac:picMkLst>
            <pc:docMk/>
            <pc:sldMk cId="3837384428" sldId="393"/>
            <ac:picMk id="6" creationId="{C3155F1A-7291-B319-80AA-347C6EA9753C}"/>
          </ac:picMkLst>
        </pc:picChg>
        <pc:picChg chg="add mod">
          <ac:chgData name="Manish Kumar" userId="ca8a345b927b2d4a" providerId="LiveId" clId="{6AA6E2EC-19F5-4B73-9F87-EFD8A31B162F}" dt="2026-07-20T17:06:17.350" v="130" actId="14100"/>
          <ac:picMkLst>
            <pc:docMk/>
            <pc:sldMk cId="3837384428" sldId="393"/>
            <ac:picMk id="8" creationId="{AF082B2E-822B-5C16-7EC6-097DC351DEA9}"/>
          </ac:picMkLst>
        </pc:picChg>
      </pc:sldChg>
      <pc:sldChg chg="addSp delSp modSp mod ord">
        <pc:chgData name="Manish Kumar" userId="ca8a345b927b2d4a" providerId="LiveId" clId="{6AA6E2EC-19F5-4B73-9F87-EFD8A31B162F}" dt="2026-07-20T17:19:33.478" v="287"/>
        <pc:sldMkLst>
          <pc:docMk/>
          <pc:sldMk cId="336951658" sldId="394"/>
        </pc:sldMkLst>
        <pc:spChg chg="mod">
          <ac:chgData name="Manish Kumar" userId="ca8a345b927b2d4a" providerId="LiveId" clId="{6AA6E2EC-19F5-4B73-9F87-EFD8A31B162F}" dt="2026-07-20T17:15:06.048" v="249" actId="20577"/>
          <ac:spMkLst>
            <pc:docMk/>
            <pc:sldMk cId="336951658" sldId="394"/>
            <ac:spMk id="7" creationId="{03E98609-E51F-36BF-87B9-EC3042BEFBF1}"/>
          </ac:spMkLst>
        </pc:spChg>
        <pc:picChg chg="add mod">
          <ac:chgData name="Manish Kumar" userId="ca8a345b927b2d4a" providerId="LiveId" clId="{6AA6E2EC-19F5-4B73-9F87-EFD8A31B162F}" dt="2026-07-20T17:14:55.061" v="214" actId="14100"/>
          <ac:picMkLst>
            <pc:docMk/>
            <pc:sldMk cId="336951658" sldId="394"/>
            <ac:picMk id="3" creationId="{97B94D29-9A7A-4F6A-2D41-08E8A29813E1}"/>
          </ac:picMkLst>
        </pc:picChg>
        <pc:picChg chg="del">
          <ac:chgData name="Manish Kumar" userId="ca8a345b927b2d4a" providerId="LiveId" clId="{6AA6E2EC-19F5-4B73-9F87-EFD8A31B162F}" dt="2026-07-20T17:13:49.698" v="195" actId="478"/>
          <ac:picMkLst>
            <pc:docMk/>
            <pc:sldMk cId="336951658" sldId="394"/>
            <ac:picMk id="6" creationId="{D9C06FAC-BC78-1CB1-2CCE-5932865D14AF}"/>
          </ac:picMkLst>
        </pc:picChg>
      </pc:sldChg>
      <pc:sldChg chg="addSp delSp modSp mod ord">
        <pc:chgData name="Manish Kumar" userId="ca8a345b927b2d4a" providerId="LiveId" clId="{6AA6E2EC-19F5-4B73-9F87-EFD8A31B162F}" dt="2026-07-20T17:19:23.896" v="283"/>
        <pc:sldMkLst>
          <pc:docMk/>
          <pc:sldMk cId="3864987291" sldId="395"/>
        </pc:sldMkLst>
        <pc:picChg chg="add mod">
          <ac:chgData name="Manish Kumar" userId="ca8a345b927b2d4a" providerId="LiveId" clId="{6AA6E2EC-19F5-4B73-9F87-EFD8A31B162F}" dt="2026-07-20T17:13:31.363" v="189" actId="14100"/>
          <ac:picMkLst>
            <pc:docMk/>
            <pc:sldMk cId="3864987291" sldId="395"/>
            <ac:picMk id="3" creationId="{556EF153-D358-A953-C162-D5461A506E8D}"/>
          </ac:picMkLst>
        </pc:picChg>
        <pc:picChg chg="del">
          <ac:chgData name="Manish Kumar" userId="ca8a345b927b2d4a" providerId="LiveId" clId="{6AA6E2EC-19F5-4B73-9F87-EFD8A31B162F}" dt="2026-07-20T17:08:29.549" v="144" actId="478"/>
          <ac:picMkLst>
            <pc:docMk/>
            <pc:sldMk cId="3864987291" sldId="395"/>
            <ac:picMk id="4" creationId="{DDE4578A-6661-22D1-F7B1-D6995A633814}"/>
          </ac:picMkLst>
        </pc:picChg>
      </pc:sldChg>
      <pc:sldChg chg="del">
        <pc:chgData name="Manish Kumar" userId="ca8a345b927b2d4a" providerId="LiveId" clId="{6AA6E2EC-19F5-4B73-9F87-EFD8A31B162F}" dt="2026-07-20T17:13:41.559" v="192" actId="47"/>
        <pc:sldMkLst>
          <pc:docMk/>
          <pc:sldMk cId="1189130597" sldId="396"/>
        </pc:sldMkLst>
      </pc:sldChg>
      <pc:sldChg chg="del">
        <pc:chgData name="Manish Kumar" userId="ca8a345b927b2d4a" providerId="LiveId" clId="{6AA6E2EC-19F5-4B73-9F87-EFD8A31B162F}" dt="2026-07-20T17:13:42.855" v="193" actId="47"/>
        <pc:sldMkLst>
          <pc:docMk/>
          <pc:sldMk cId="2662159717" sldId="397"/>
        </pc:sldMkLst>
      </pc:sldChg>
      <pc:sldChg chg="del">
        <pc:chgData name="Manish Kumar" userId="ca8a345b927b2d4a" providerId="LiveId" clId="{6AA6E2EC-19F5-4B73-9F87-EFD8A31B162F}" dt="2026-07-20T17:16:11.863" v="270" actId="47"/>
        <pc:sldMkLst>
          <pc:docMk/>
          <pc:sldMk cId="2979376329" sldId="398"/>
        </pc:sldMkLst>
      </pc:sldChg>
      <pc:sldChg chg="addSp delSp modSp mod ord">
        <pc:chgData name="Manish Kumar" userId="ca8a345b927b2d4a" providerId="LiveId" clId="{6AA6E2EC-19F5-4B73-9F87-EFD8A31B162F}" dt="2026-07-20T17:19:38.591" v="289"/>
        <pc:sldMkLst>
          <pc:docMk/>
          <pc:sldMk cId="2026899354" sldId="399"/>
        </pc:sldMkLst>
        <pc:spChg chg="mod">
          <ac:chgData name="Manish Kumar" userId="ca8a345b927b2d4a" providerId="LiveId" clId="{6AA6E2EC-19F5-4B73-9F87-EFD8A31B162F}" dt="2026-07-20T17:16:01.262" v="267" actId="20577"/>
          <ac:spMkLst>
            <pc:docMk/>
            <pc:sldMk cId="2026899354" sldId="399"/>
            <ac:spMk id="7" creationId="{A6540D41-1B13-2CF2-9FB0-08CB5B80B7DA}"/>
          </ac:spMkLst>
        </pc:spChg>
        <pc:picChg chg="add mod">
          <ac:chgData name="Manish Kumar" userId="ca8a345b927b2d4a" providerId="LiveId" clId="{6AA6E2EC-19F5-4B73-9F87-EFD8A31B162F}" dt="2026-07-20T17:15:52.386" v="253" actId="14100"/>
          <ac:picMkLst>
            <pc:docMk/>
            <pc:sldMk cId="2026899354" sldId="399"/>
            <ac:picMk id="3" creationId="{763E8853-3545-C1E8-7230-E21CBA774746}"/>
          </ac:picMkLst>
        </pc:picChg>
        <pc:picChg chg="del">
          <ac:chgData name="Manish Kumar" userId="ca8a345b927b2d4a" providerId="LiveId" clId="{6AA6E2EC-19F5-4B73-9F87-EFD8A31B162F}" dt="2026-07-20T17:15:46.243" v="250" actId="478"/>
          <ac:picMkLst>
            <pc:docMk/>
            <pc:sldMk cId="2026899354" sldId="399"/>
            <ac:picMk id="5" creationId="{091DEF6E-B051-99B1-7281-1DEDD87B9759}"/>
          </ac:picMkLst>
        </pc:picChg>
      </pc:sldChg>
      <pc:sldChg chg="del">
        <pc:chgData name="Manish Kumar" userId="ca8a345b927b2d4a" providerId="LiveId" clId="{6AA6E2EC-19F5-4B73-9F87-EFD8A31B162F}" dt="2026-07-20T17:16:10.281" v="269" actId="47"/>
        <pc:sldMkLst>
          <pc:docMk/>
          <pc:sldMk cId="924546514" sldId="400"/>
        </pc:sldMkLst>
      </pc:sldChg>
      <pc:sldChg chg="del">
        <pc:chgData name="Manish Kumar" userId="ca8a345b927b2d4a" providerId="LiveId" clId="{6AA6E2EC-19F5-4B73-9F87-EFD8A31B162F}" dt="2026-07-20T17:16:13.481" v="271" actId="47"/>
        <pc:sldMkLst>
          <pc:docMk/>
          <pc:sldMk cId="1963388268" sldId="401"/>
        </pc:sldMkLst>
      </pc:sldChg>
      <pc:sldChg chg="del">
        <pc:chgData name="Manish Kumar" userId="ca8a345b927b2d4a" providerId="LiveId" clId="{6AA6E2EC-19F5-4B73-9F87-EFD8A31B162F}" dt="2026-07-20T17:13:40.237" v="191" actId="47"/>
        <pc:sldMkLst>
          <pc:docMk/>
          <pc:sldMk cId="2437407838" sldId="402"/>
        </pc:sldMkLst>
      </pc:sldChg>
      <pc:sldChg chg="del">
        <pc:chgData name="Manish Kumar" userId="ca8a345b927b2d4a" providerId="LiveId" clId="{6AA6E2EC-19F5-4B73-9F87-EFD8A31B162F}" dt="2026-07-20T17:16:08.341" v="268" actId="47"/>
        <pc:sldMkLst>
          <pc:docMk/>
          <pc:sldMk cId="2529147699" sldId="403"/>
        </pc:sldMkLst>
      </pc:sldChg>
      <pc:sldChg chg="del">
        <pc:chgData name="Manish Kumar" userId="ca8a345b927b2d4a" providerId="LiveId" clId="{6AA6E2EC-19F5-4B73-9F87-EFD8A31B162F}" dt="2026-07-20T17:16:14.847" v="272" actId="47"/>
        <pc:sldMkLst>
          <pc:docMk/>
          <pc:sldMk cId="2501744372" sldId="404"/>
        </pc:sldMkLst>
      </pc:sldChg>
      <pc:sldChg chg="del">
        <pc:chgData name="Manish Kumar" userId="ca8a345b927b2d4a" providerId="LiveId" clId="{6AA6E2EC-19F5-4B73-9F87-EFD8A31B162F}" dt="2026-07-20T17:16:18.078" v="273" actId="47"/>
        <pc:sldMkLst>
          <pc:docMk/>
          <pc:sldMk cId="3498279967" sldId="405"/>
        </pc:sldMkLst>
      </pc:sldChg>
      <pc:sldChg chg="del">
        <pc:chgData name="Manish Kumar" userId="ca8a345b927b2d4a" providerId="LiveId" clId="{6AA6E2EC-19F5-4B73-9F87-EFD8A31B162F}" dt="2026-07-20T17:16:42.603" v="276" actId="47"/>
        <pc:sldMkLst>
          <pc:docMk/>
          <pc:sldMk cId="3476775081" sldId="406"/>
        </pc:sldMkLst>
      </pc:sldChg>
      <pc:sldChg chg="del">
        <pc:chgData name="Manish Kumar" userId="ca8a345b927b2d4a" providerId="LiveId" clId="{6AA6E2EC-19F5-4B73-9F87-EFD8A31B162F}" dt="2026-07-20T17:16:40.394" v="275" actId="47"/>
        <pc:sldMkLst>
          <pc:docMk/>
          <pc:sldMk cId="3897677203" sldId="407"/>
        </pc:sldMkLst>
      </pc:sldChg>
      <pc:sldChg chg="del">
        <pc:chgData name="Manish Kumar" userId="ca8a345b927b2d4a" providerId="LiveId" clId="{6AA6E2EC-19F5-4B73-9F87-EFD8A31B162F}" dt="2026-07-20T17:16:38.078" v="274" actId="47"/>
        <pc:sldMkLst>
          <pc:docMk/>
          <pc:sldMk cId="1966830858" sldId="408"/>
        </pc:sldMkLst>
      </pc:sldChg>
      <pc:sldChg chg="delSp modSp mod">
        <pc:chgData name="Manish Kumar" userId="ca8a345b927b2d4a" providerId="LiveId" clId="{6AA6E2EC-19F5-4B73-9F87-EFD8A31B162F}" dt="2026-07-20T17:06:39.344" v="138" actId="478"/>
        <pc:sldMkLst>
          <pc:docMk/>
          <pc:sldMk cId="2176362802" sldId="409"/>
        </pc:sldMkLst>
        <pc:picChg chg="del">
          <ac:chgData name="Manish Kumar" userId="ca8a345b927b2d4a" providerId="LiveId" clId="{6AA6E2EC-19F5-4B73-9F87-EFD8A31B162F}" dt="2026-07-20T17:06:26.542" v="132" actId="478"/>
          <ac:picMkLst>
            <pc:docMk/>
            <pc:sldMk cId="2176362802" sldId="409"/>
            <ac:picMk id="13" creationId="{1D6D40B3-0FF6-C386-5B78-00D2BC42870E}"/>
          </ac:picMkLst>
        </pc:picChg>
        <pc:picChg chg="mod">
          <ac:chgData name="Manish Kumar" userId="ca8a345b927b2d4a" providerId="LiveId" clId="{6AA6E2EC-19F5-4B73-9F87-EFD8A31B162F}" dt="2026-07-20T17:06:28.857" v="133" actId="1076"/>
          <ac:picMkLst>
            <pc:docMk/>
            <pc:sldMk cId="2176362802" sldId="409"/>
            <ac:picMk id="18" creationId="{6D6E773F-E6D4-95F7-F8FE-5AE2BCB44A48}"/>
          </ac:picMkLst>
        </pc:picChg>
        <pc:picChg chg="mod">
          <ac:chgData name="Manish Kumar" userId="ca8a345b927b2d4a" providerId="LiveId" clId="{6AA6E2EC-19F5-4B73-9F87-EFD8A31B162F}" dt="2026-07-20T17:06:31.158" v="134" actId="1076"/>
          <ac:picMkLst>
            <pc:docMk/>
            <pc:sldMk cId="2176362802" sldId="409"/>
            <ac:picMk id="20" creationId="{12505DFF-70AF-883E-8291-DB275F633599}"/>
          </ac:picMkLst>
        </pc:picChg>
        <pc:picChg chg="mod">
          <ac:chgData name="Manish Kumar" userId="ca8a345b927b2d4a" providerId="LiveId" clId="{6AA6E2EC-19F5-4B73-9F87-EFD8A31B162F}" dt="2026-07-20T17:06:38.403" v="137" actId="1076"/>
          <ac:picMkLst>
            <pc:docMk/>
            <pc:sldMk cId="2176362802" sldId="409"/>
            <ac:picMk id="24" creationId="{D89BD89B-9F3A-6DA1-5403-FBD654AC6EF4}"/>
          </ac:picMkLst>
        </pc:picChg>
        <pc:picChg chg="mod">
          <ac:chgData name="Manish Kumar" userId="ca8a345b927b2d4a" providerId="LiveId" clId="{6AA6E2EC-19F5-4B73-9F87-EFD8A31B162F}" dt="2026-07-20T17:06:33.500" v="135" actId="1076"/>
          <ac:picMkLst>
            <pc:docMk/>
            <pc:sldMk cId="2176362802" sldId="409"/>
            <ac:picMk id="26" creationId="{0F92F167-E6C9-5D30-F1DB-F7EBCFBEC984}"/>
          </ac:picMkLst>
        </pc:picChg>
        <pc:picChg chg="del">
          <ac:chgData name="Manish Kumar" userId="ca8a345b927b2d4a" providerId="LiveId" clId="{6AA6E2EC-19F5-4B73-9F87-EFD8A31B162F}" dt="2026-07-20T17:06:39.344" v="138" actId="478"/>
          <ac:picMkLst>
            <pc:docMk/>
            <pc:sldMk cId="2176362802" sldId="409"/>
            <ac:picMk id="28" creationId="{30640FAC-D580-2112-0881-03D069600EA1}"/>
          </ac:picMkLst>
        </pc:picChg>
        <pc:picChg chg="mod">
          <ac:chgData name="Manish Kumar" userId="ca8a345b927b2d4a" providerId="LiveId" clId="{6AA6E2EC-19F5-4B73-9F87-EFD8A31B162F}" dt="2026-07-20T17:06:36.386" v="136" actId="1076"/>
          <ac:picMkLst>
            <pc:docMk/>
            <pc:sldMk cId="2176362802" sldId="409"/>
            <ac:picMk id="30" creationId="{2326947C-C21D-48AC-8E3C-73FCAB6AEEEA}"/>
          </ac:picMkLst>
        </pc:picChg>
      </pc:sldChg>
      <pc:sldChg chg="addSp delSp modSp del mod">
        <pc:chgData name="Manish Kumar" userId="ca8a345b927b2d4a" providerId="LiveId" clId="{6AA6E2EC-19F5-4B73-9F87-EFD8A31B162F}" dt="2026-07-20T17:10:57.552" v="146" actId="47"/>
        <pc:sldMkLst>
          <pc:docMk/>
          <pc:sldMk cId="1523679765" sldId="410"/>
        </pc:sldMkLst>
        <pc:spChg chg="mod">
          <ac:chgData name="Manish Kumar" userId="ca8a345b927b2d4a" providerId="LiveId" clId="{6AA6E2EC-19F5-4B73-9F87-EFD8A31B162F}" dt="2026-07-20T17:07:24.038" v="142" actId="14100"/>
          <ac:spMkLst>
            <pc:docMk/>
            <pc:sldMk cId="1523679765" sldId="410"/>
            <ac:spMk id="5" creationId="{49300B82-6659-1CC4-2098-D8975428F532}"/>
          </ac:spMkLst>
        </pc:spChg>
        <pc:picChg chg="add del">
          <ac:chgData name="Manish Kumar" userId="ca8a345b927b2d4a" providerId="LiveId" clId="{6AA6E2EC-19F5-4B73-9F87-EFD8A31B162F}" dt="2026-07-20T17:07:05.477" v="140" actId="22"/>
          <ac:picMkLst>
            <pc:docMk/>
            <pc:sldMk cId="1523679765" sldId="410"/>
            <ac:picMk id="7" creationId="{C066DD2E-31EA-A703-B6FD-04576786FB41}"/>
          </ac:picMkLst>
        </pc:picChg>
      </pc:sldChg>
      <pc:sldChg chg="del">
        <pc:chgData name="Manish Kumar" userId="ca8a345b927b2d4a" providerId="LiveId" clId="{6AA6E2EC-19F5-4B73-9F87-EFD8A31B162F}" dt="2026-07-20T17:08:25.335" v="143" actId="47"/>
        <pc:sldMkLst>
          <pc:docMk/>
          <pc:sldMk cId="3249309459" sldId="411"/>
        </pc:sldMkLst>
      </pc:sldChg>
      <pc:sldChg chg="del">
        <pc:chgData name="Manish Kumar" userId="ca8a345b927b2d4a" providerId="LiveId" clId="{6AA6E2EC-19F5-4B73-9F87-EFD8A31B162F}" dt="2026-07-20T17:13:37.049" v="190" actId="47"/>
        <pc:sldMkLst>
          <pc:docMk/>
          <pc:sldMk cId="614829421" sldId="412"/>
        </pc:sldMkLst>
      </pc:sldChg>
      <pc:sldChg chg="addSp delSp modSp mod ord">
        <pc:chgData name="Manish Kumar" userId="ca8a345b927b2d4a" providerId="LiveId" clId="{6AA6E2EC-19F5-4B73-9F87-EFD8A31B162F}" dt="2026-07-20T17:19:29.675" v="285"/>
        <pc:sldMkLst>
          <pc:docMk/>
          <pc:sldMk cId="1272098187" sldId="413"/>
        </pc:sldMkLst>
        <pc:spChg chg="mod">
          <ac:chgData name="Manish Kumar" userId="ca8a345b927b2d4a" providerId="LiveId" clId="{6AA6E2EC-19F5-4B73-9F87-EFD8A31B162F}" dt="2026-07-20T17:14:20.623" v="211" actId="20577"/>
          <ac:spMkLst>
            <pc:docMk/>
            <pc:sldMk cId="1272098187" sldId="413"/>
            <ac:spMk id="5" creationId="{40A5EB76-357C-918C-45F5-DFEA9156D299}"/>
          </ac:spMkLst>
        </pc:spChg>
        <pc:picChg chg="del">
          <ac:chgData name="Manish Kumar" userId="ca8a345b927b2d4a" providerId="LiveId" clId="{6AA6E2EC-19F5-4B73-9F87-EFD8A31B162F}" dt="2026-07-20T17:13:46.487" v="194" actId="478"/>
          <ac:picMkLst>
            <pc:docMk/>
            <pc:sldMk cId="1272098187" sldId="413"/>
            <ac:picMk id="3" creationId="{6A8F05E8-C18C-9654-E717-49F8F74ED998}"/>
          </ac:picMkLst>
        </pc:picChg>
        <pc:picChg chg="add mod">
          <ac:chgData name="Manish Kumar" userId="ca8a345b927b2d4a" providerId="LiveId" clId="{6AA6E2EC-19F5-4B73-9F87-EFD8A31B162F}" dt="2026-07-20T17:14:11.137" v="198" actId="14100"/>
          <ac:picMkLst>
            <pc:docMk/>
            <pc:sldMk cId="1272098187" sldId="413"/>
            <ac:picMk id="4" creationId="{BE9E2F1A-F8ED-8E01-7222-45AE9CD19EC2}"/>
          </ac:picMkLst>
        </pc:picChg>
      </pc:sldChg>
      <pc:sldChg chg="addSp delSp modSp add mod setBg">
        <pc:chgData name="Manish Kumar" userId="ca8a345b927b2d4a" providerId="LiveId" clId="{6AA6E2EC-19F5-4B73-9F87-EFD8A31B162F}" dt="2026-07-20T17:12:46.037" v="185" actId="14100"/>
        <pc:sldMkLst>
          <pc:docMk/>
          <pc:sldMk cId="0" sldId="414"/>
        </pc:sldMkLst>
        <pc:spChg chg="add del">
          <ac:chgData name="Manish Kumar" userId="ca8a345b927b2d4a" providerId="LiveId" clId="{6AA6E2EC-19F5-4B73-9F87-EFD8A31B162F}" dt="2026-07-20T17:12:10.332" v="163" actId="478"/>
          <ac:spMkLst>
            <pc:docMk/>
            <pc:sldMk cId="0" sldId="414"/>
            <ac:spMk id="3" creationId="{00000000-0000-0000-0000-000000000000}"/>
          </ac:spMkLst>
        </pc:spChg>
        <pc:spChg chg="mod">
          <ac:chgData name="Manish Kumar" userId="ca8a345b927b2d4a" providerId="LiveId" clId="{6AA6E2EC-19F5-4B73-9F87-EFD8A31B162F}" dt="2026-07-20T17:12:46.037" v="185" actId="14100"/>
          <ac:spMkLst>
            <pc:docMk/>
            <pc:sldMk cId="0" sldId="414"/>
            <ac:spMk id="4" creationId="{00000000-0000-0000-0000-000000000000}"/>
          </ac:spMkLst>
        </pc:spChg>
        <pc:spChg chg="del">
          <ac:chgData name="Manish Kumar" userId="ca8a345b927b2d4a" providerId="LiveId" clId="{6AA6E2EC-19F5-4B73-9F87-EFD8A31B162F}" dt="2026-07-20T17:12:15.492" v="166" actId="478"/>
          <ac:spMkLst>
            <pc:docMk/>
            <pc:sldMk cId="0" sldId="414"/>
            <ac:spMk id="6" creationId="{00000000-0000-0000-0000-000000000000}"/>
          </ac:spMkLst>
        </pc:spChg>
        <pc:spChg chg="mod">
          <ac:chgData name="Manish Kumar" userId="ca8a345b927b2d4a" providerId="LiveId" clId="{6AA6E2EC-19F5-4B73-9F87-EFD8A31B162F}" dt="2026-07-20T17:12:14.698" v="165" actId="20577"/>
          <ac:spMkLst>
            <pc:docMk/>
            <pc:sldMk cId="0" sldId="414"/>
            <ac:spMk id="7" creationId="{00000000-0000-0000-0000-000000000000}"/>
          </ac:spMkLst>
        </pc:spChg>
        <pc:spChg chg="del">
          <ac:chgData name="Manish Kumar" userId="ca8a345b927b2d4a" providerId="LiveId" clId="{6AA6E2EC-19F5-4B73-9F87-EFD8A31B162F}" dt="2026-07-20T17:12:13.214" v="164" actId="478"/>
          <ac:spMkLst>
            <pc:docMk/>
            <pc:sldMk cId="0" sldId="414"/>
            <ac:spMk id="8" creationId="{00000000-0000-0000-0000-000000000000}"/>
          </ac:spMkLst>
        </pc:spChg>
        <pc:spChg chg="del">
          <ac:chgData name="Manish Kumar" userId="ca8a345b927b2d4a" providerId="LiveId" clId="{6AA6E2EC-19F5-4B73-9F87-EFD8A31B162F}" dt="2026-07-20T17:12:17.504" v="167" actId="478"/>
          <ac:spMkLst>
            <pc:docMk/>
            <pc:sldMk cId="0" sldId="414"/>
            <ac:spMk id="9" creationId="{00000000-0000-0000-0000-000000000000}"/>
          </ac:spMkLst>
        </pc:spChg>
        <pc:spChg chg="del">
          <ac:chgData name="Manish Kumar" userId="ca8a345b927b2d4a" providerId="LiveId" clId="{6AA6E2EC-19F5-4B73-9F87-EFD8A31B162F}" dt="2026-07-20T17:12:20.665" v="169" actId="478"/>
          <ac:spMkLst>
            <pc:docMk/>
            <pc:sldMk cId="0" sldId="414"/>
            <ac:spMk id="10" creationId="{00000000-0000-0000-0000-000000000000}"/>
          </ac:spMkLst>
        </pc:spChg>
        <pc:spChg chg="del">
          <ac:chgData name="Manish Kumar" userId="ca8a345b927b2d4a" providerId="LiveId" clId="{6AA6E2EC-19F5-4B73-9F87-EFD8A31B162F}" dt="2026-07-20T17:12:07.868" v="161" actId="478"/>
          <ac:spMkLst>
            <pc:docMk/>
            <pc:sldMk cId="0" sldId="414"/>
            <ac:spMk id="11" creationId="{00000000-0000-0000-0000-000000000000}"/>
          </ac:spMkLst>
        </pc:spChg>
        <pc:spChg chg="del">
          <ac:chgData name="Manish Kumar" userId="ca8a345b927b2d4a" providerId="LiveId" clId="{6AA6E2EC-19F5-4B73-9F87-EFD8A31B162F}" dt="2026-07-20T17:12:21.516" v="170" actId="478"/>
          <ac:spMkLst>
            <pc:docMk/>
            <pc:sldMk cId="0" sldId="414"/>
            <ac:spMk id="12" creationId="{00000000-0000-0000-0000-000000000000}"/>
          </ac:spMkLst>
        </pc:spChg>
        <pc:spChg chg="mod">
          <ac:chgData name="Manish Kumar" userId="ca8a345b927b2d4a" providerId="LiveId" clId="{6AA6E2EC-19F5-4B73-9F87-EFD8A31B162F}" dt="2026-07-20T17:12:18.466" v="168" actId="20577"/>
          <ac:spMkLst>
            <pc:docMk/>
            <pc:sldMk cId="0" sldId="414"/>
            <ac:spMk id="13" creationId="{00000000-0000-0000-0000-000000000000}"/>
          </ac:spMkLst>
        </pc:spChg>
        <pc:spChg chg="del">
          <ac:chgData name="Manish Kumar" userId="ca8a345b927b2d4a" providerId="LiveId" clId="{6AA6E2EC-19F5-4B73-9F87-EFD8A31B162F}" dt="2026-07-20T17:12:07.107" v="160" actId="478"/>
          <ac:spMkLst>
            <pc:docMk/>
            <pc:sldMk cId="0" sldId="414"/>
            <ac:spMk id="14" creationId="{00000000-0000-0000-0000-000000000000}"/>
          </ac:spMkLst>
        </pc:spChg>
        <pc:spChg chg="del">
          <ac:chgData name="Manish Kumar" userId="ca8a345b927b2d4a" providerId="LiveId" clId="{6AA6E2EC-19F5-4B73-9F87-EFD8A31B162F}" dt="2026-07-20T17:12:23.367" v="172" actId="478"/>
          <ac:spMkLst>
            <pc:docMk/>
            <pc:sldMk cId="0" sldId="414"/>
            <ac:spMk id="15" creationId="{00000000-0000-0000-0000-000000000000}"/>
          </ac:spMkLst>
        </pc:spChg>
        <pc:spChg chg="del">
          <ac:chgData name="Manish Kumar" userId="ca8a345b927b2d4a" providerId="LiveId" clId="{6AA6E2EC-19F5-4B73-9F87-EFD8A31B162F}" dt="2026-07-20T17:12:22.444" v="171" actId="478"/>
          <ac:spMkLst>
            <pc:docMk/>
            <pc:sldMk cId="0" sldId="414"/>
            <ac:spMk id="16" creationId="{00000000-0000-0000-0000-000000000000}"/>
          </ac:spMkLst>
        </pc:spChg>
        <pc:spChg chg="del mod">
          <ac:chgData name="Manish Kumar" userId="ca8a345b927b2d4a" providerId="LiveId" clId="{6AA6E2EC-19F5-4B73-9F87-EFD8A31B162F}" dt="2026-07-20T17:12:05.081" v="158" actId="478"/>
          <ac:spMkLst>
            <pc:docMk/>
            <pc:sldMk cId="0" sldId="414"/>
            <ac:spMk id="17" creationId="{00000000-0000-0000-0000-000000000000}"/>
          </ac:spMkLst>
        </pc:spChg>
        <pc:spChg chg="del">
          <ac:chgData name="Manish Kumar" userId="ca8a345b927b2d4a" providerId="LiveId" clId="{6AA6E2EC-19F5-4B73-9F87-EFD8A31B162F}" dt="2026-07-20T17:12:24.824" v="174" actId="478"/>
          <ac:spMkLst>
            <pc:docMk/>
            <pc:sldMk cId="0" sldId="414"/>
            <ac:spMk id="18" creationId="{00000000-0000-0000-0000-000000000000}"/>
          </ac:spMkLst>
        </pc:spChg>
        <pc:spChg chg="del">
          <ac:chgData name="Manish Kumar" userId="ca8a345b927b2d4a" providerId="LiveId" clId="{6AA6E2EC-19F5-4B73-9F87-EFD8A31B162F}" dt="2026-07-20T17:12:24.217" v="173" actId="478"/>
          <ac:spMkLst>
            <pc:docMk/>
            <pc:sldMk cId="0" sldId="414"/>
            <ac:spMk id="19" creationId="{00000000-0000-0000-0000-000000000000}"/>
          </ac:spMkLst>
        </pc:spChg>
        <pc:spChg chg="del mod">
          <ac:chgData name="Manish Kumar" userId="ca8a345b927b2d4a" providerId="LiveId" clId="{6AA6E2EC-19F5-4B73-9F87-EFD8A31B162F}" dt="2026-07-20T17:12:06.010" v="159" actId="478"/>
          <ac:spMkLst>
            <pc:docMk/>
            <pc:sldMk cId="0" sldId="414"/>
            <ac:spMk id="20" creationId="{00000000-0000-0000-0000-000000000000}"/>
          </ac:spMkLst>
        </pc:spChg>
        <pc:spChg chg="del">
          <ac:chgData name="Manish Kumar" userId="ca8a345b927b2d4a" providerId="LiveId" clId="{6AA6E2EC-19F5-4B73-9F87-EFD8A31B162F}" dt="2026-07-20T17:12:26.265" v="176" actId="478"/>
          <ac:spMkLst>
            <pc:docMk/>
            <pc:sldMk cId="0" sldId="414"/>
            <ac:spMk id="21" creationId="{00000000-0000-0000-0000-000000000000}"/>
          </ac:spMkLst>
        </pc:spChg>
        <pc:spChg chg="del">
          <ac:chgData name="Manish Kumar" userId="ca8a345b927b2d4a" providerId="LiveId" clId="{6AA6E2EC-19F5-4B73-9F87-EFD8A31B162F}" dt="2026-07-20T17:12:25.639" v="175" actId="478"/>
          <ac:spMkLst>
            <pc:docMk/>
            <pc:sldMk cId="0" sldId="414"/>
            <ac:spMk id="22" creationId="{00000000-0000-0000-0000-000000000000}"/>
          </ac:spMkLst>
        </pc:spChg>
        <pc:spChg chg="del mod">
          <ac:chgData name="Manish Kumar" userId="ca8a345b927b2d4a" providerId="LiveId" clId="{6AA6E2EC-19F5-4B73-9F87-EFD8A31B162F}" dt="2026-07-20T17:12:01.196" v="155" actId="478"/>
          <ac:spMkLst>
            <pc:docMk/>
            <pc:sldMk cId="0" sldId="414"/>
            <ac:spMk id="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2AF92E9-027F-4C02-93DA-4F32B304764E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7581BC1-9D74-4B93-8B63-0DCA8666D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750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72338-8952-269E-E7F6-C254C55A6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87AC09-94D9-BDFE-6652-F4EBFB677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A55D4-5EE5-9BFC-DF49-C0C4D8A0C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A2C0F-234D-9254-8029-5CC78CE5A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86676-E218-39A3-C9FE-3C7B4F256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288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F8000-95AF-E296-978C-0D65D0AB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373BB-55F3-80A9-B16D-8CDD0F8B9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575C1-7C5E-8D4A-B016-F654239C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E9127-E354-80D3-9C85-365008F47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91B7-DFD0-1172-4A56-45F207B9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136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2985A-5E90-7B21-DA56-7AF0BACCB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788CD-E897-C13E-BF3D-AC9CD4C71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385A8-E7EC-1DE0-40C3-1BA3843AC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1D725-8CA4-2B3A-2959-FF44CB594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32FE2-ED8B-F176-51B2-9964ACE7A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762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C98E7-AC18-7D34-0A5C-A19204A86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3EC9E-7396-A1FB-ED61-4F75D62D2A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AF454-60E1-1892-1DC6-183BBB511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74E2E-271A-F63D-1E46-9CA740A3F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C79AE-65B7-940B-8A6F-1048EAEF8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C1420-C245-560B-CC6C-4500C5BF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814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8F090-ED1C-396F-F86A-3237BF23E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4FBCF-F4B5-45D3-2ACE-6F2E7B3AC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667D4-2269-9C25-367F-59D5AA310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F67E65-C0B2-1558-5338-0C33971DF2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A86EF-7DC0-1937-2CFA-285E6398A8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1D917E-FD81-FB04-C5DE-8120FE916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06BA8C-96B1-64AE-FB01-A3D23A393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6F6342-BCE7-6429-4E1F-4B6029DD1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89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5391-F177-10C4-C5D8-6D1079785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8BB3A0-E45F-AE89-AAAA-DAE638BFF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CDF7E6-4F8E-E52D-1105-0C42C1946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E9ACFF-164F-90CA-0C1D-8CDEBF1A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161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106517-CCF2-42E0-5D5F-3AFBFB674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AA0E0-1A67-CA37-7E61-4B3F5F32C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F05B4-4E5B-DBA0-C77C-3DFBB28CE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93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94BE-8CCC-34C6-B641-BE80BE23D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93A73-F7A2-FB23-1FF3-91DFD9FFE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A970CF-E369-0A19-1E8B-38E333999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37C4F-82B8-3C3E-780D-1A47965DA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E39F2-F31B-65C4-0FF8-8C602C220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D1D10-70AD-0645-1070-85DA365D2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067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47348-29D1-4A6C-DFDE-DBC0F5289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F4D576-FBDF-48C9-0AC4-0D02A9AF97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01160-20B3-09DB-8446-BC92A6434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94566-D492-EAE4-1BD3-8D98025BE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3C626-C3C2-5A97-78D9-3CD822210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04FF7-47B3-2E23-CC6A-8E8E4C9A3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675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C94F2-E91F-01B5-03A4-ED6BA62AA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04A955-BDF6-F20D-C94C-DB08982F0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AB5A6-E59D-46D7-DC26-E225420C1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34F7F-5691-2BA2-2C0B-C9462B272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C0557-E7BD-5BB4-0157-24A948CB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945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3251D3-0121-6A28-02F9-32CA210EF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2CEE8-D705-8AC1-6C00-DBA7946C3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C42EE-BA50-4663-FE95-C6EA3B788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112FD-5428-CF39-7B6C-7F8A83A02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60F48-F50D-D1A6-F646-35540C2F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019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211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0A38AD-2C6D-2A13-4B4B-23403A5DB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868A8-FDA7-D5AC-FCE4-DD8CF1C03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D6E86-07A3-28BC-C7D0-5BB23386CA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FF026E-D685-4C4E-90D4-AAF4FBF91AD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C5CD4-DF64-E672-5616-019ADC902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2BCBA-CABA-F658-0B8C-9F6472F16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3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11836" y="4698185"/>
            <a:ext cx="3398293" cy="1220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Submitted By:</a:t>
            </a:r>
            <a:endParaRPr lang="en-IN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r>
              <a:rPr lang="en-IN" sz="2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Name:- Manish Kumar</a:t>
            </a:r>
          </a:p>
          <a:p>
            <a:pPr algn="just">
              <a:spcAft>
                <a:spcPts val="800"/>
              </a:spcAft>
            </a:pPr>
            <a:r>
              <a:rPr lang="en-IN" sz="2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Roll No.:- 24ESKCS601</a:t>
            </a:r>
            <a:endParaRPr lang="en-IN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334" y="1374826"/>
            <a:ext cx="322447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Training </a:t>
            </a:r>
          </a:p>
          <a:p>
            <a:pPr algn="ctr"/>
            <a:r>
              <a:rPr lang="en-US" sz="28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www.skit.ac.in/images/headers/skit_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73" y="174676"/>
            <a:ext cx="11334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1125277" y="314579"/>
            <a:ext cx="10379786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Swami Keshvanand Institute of Technology, Management &amp; </a:t>
            </a:r>
            <a:r>
              <a:rPr lang="en-US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Gramothan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Jaipur</a:t>
            </a:r>
          </a:p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Institute Affiliated to Rajasthan Technical University, Kota)</a:t>
            </a:r>
          </a:p>
        </p:txBody>
      </p:sp>
      <p:sp>
        <p:nvSpPr>
          <p:cNvPr id="9" name="Rectangle 8"/>
          <p:cNvSpPr/>
          <p:nvPr/>
        </p:nvSpPr>
        <p:spPr>
          <a:xfrm>
            <a:off x="353473" y="4698185"/>
            <a:ext cx="3941436" cy="1220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Submitted To:</a:t>
            </a:r>
            <a:endParaRPr lang="en-IN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r>
              <a:rPr lang="en-IN" sz="2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Name:- Mrs. Meenakshi Nawal </a:t>
            </a:r>
          </a:p>
          <a:p>
            <a:pPr algn="just">
              <a:spcAft>
                <a:spcPts val="800"/>
              </a:spcAft>
            </a:pPr>
            <a:endParaRPr lang="en-IN" sz="20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66321" y="2681296"/>
            <a:ext cx="55270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b="1" u="sng" dirty="0">
                <a:solidFill>
                  <a:srgbClr val="0F0F0F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TOPIC: Moraa jewels</a:t>
            </a:r>
            <a:endParaRPr lang="en-US" sz="3600" b="1" i="1" u="sng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https://www.skit.ac.in/images/headers/swamiji_phot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0907" y="174677"/>
            <a:ext cx="739222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7555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60979" y="218308"/>
            <a:ext cx="9417269" cy="6619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8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IN" sz="32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28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6615113"/>
            <a:ext cx="12192000" cy="2301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r>
              <a:rPr lang="en-US" altLang="en-US" sz="1200" b="1" dirty="0">
                <a:solidFill>
                  <a:schemeClr val="bg1"/>
                </a:solidFill>
                <a:latin typeface="Calibri" pitchFamily="34" charset="0"/>
              </a:rPr>
              <a:t>SKIT, JAIPUR										                                              www.skit.ac.in</a:t>
            </a:r>
          </a:p>
        </p:txBody>
      </p:sp>
      <p:pic>
        <p:nvPicPr>
          <p:cNvPr id="6" name="Picture 2" descr="https://www.skit.ac.in/images/headers/skit_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73" y="174676"/>
            <a:ext cx="11334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2408573" y="979040"/>
            <a:ext cx="6924270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Introduction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Certificate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of Training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Project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530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60979" y="218308"/>
            <a:ext cx="9417269" cy="6619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8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Introduction</a:t>
            </a:r>
            <a:endParaRPr lang="en-IN" sz="32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28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6615113"/>
            <a:ext cx="12192000" cy="2301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r>
              <a:rPr lang="en-US" altLang="en-US" sz="1200" b="1" dirty="0">
                <a:solidFill>
                  <a:schemeClr val="bg1"/>
                </a:solidFill>
                <a:latin typeface="Calibri" pitchFamily="34" charset="0"/>
              </a:rPr>
              <a:t>SKIT, JAIPUR										                                              www.skit.ac.in</a:t>
            </a:r>
          </a:p>
        </p:txBody>
      </p:sp>
      <p:pic>
        <p:nvPicPr>
          <p:cNvPr id="3" name="Picture 2" descr="https://www.skit.ac.in/images/headers/skit_logo.png">
            <a:extLst>
              <a:ext uri="{FF2B5EF4-FFF2-40B4-BE49-F238E27FC236}">
                <a16:creationId xmlns:a16="http://schemas.microsoft.com/office/drawing/2014/main" id="{4D6B58DE-D5B3-A843-94E5-84337CC85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73" y="174676"/>
            <a:ext cx="11334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36D73A-E033-A640-92BC-010416C97E05}"/>
              </a:ext>
            </a:extLst>
          </p:cNvPr>
          <p:cNvSpPr txBox="1"/>
          <p:nvPr/>
        </p:nvSpPr>
        <p:spPr>
          <a:xfrm>
            <a:off x="2260978" y="1103613"/>
            <a:ext cx="941726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GIT Infosys Pvt. Ltd. </a:t>
            </a:r>
            <a:r>
              <a:rPr lang="en-US" sz="2800" dirty="0"/>
              <a:t>is a Jaipur-based information technology company established in </a:t>
            </a:r>
            <a:r>
              <a:rPr lang="en-US" sz="2800" b="1" dirty="0"/>
              <a:t>2010</a:t>
            </a:r>
            <a:r>
              <a:rPr lang="en-US" sz="2800" dirty="0"/>
              <a:t>. The company specializes in providing innovative and customer-focused IT solutions, including web development, mobile application development, custom software development, digital marketing, UI/UX design, e-commerce solutions, and IT consulting. With a commitment to quality, innovation, and client satisfaction, GIT Infosys serves businesses across India and internationally, helping them achieve digital transformation and sustainable growth through advanced technology solutions.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02055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8AC2C-F627-F9E5-6CBF-49DD8705D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D15C6A-5275-60EA-39A5-19BC8B1F2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09" y="0"/>
            <a:ext cx="6853382" cy="688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384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B49B3-C620-60B7-7A55-68C2748EB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C58A8D1-50D1-A249-164F-D6FF66E1201C}"/>
              </a:ext>
            </a:extLst>
          </p:cNvPr>
          <p:cNvSpPr/>
          <p:nvPr/>
        </p:nvSpPr>
        <p:spPr>
          <a:xfrm>
            <a:off x="2260979" y="218308"/>
            <a:ext cx="9417269" cy="6619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8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>
              <a:defRPr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Used</a:t>
            </a:r>
            <a:endParaRPr lang="en-IN" sz="32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28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A2519D-2211-7367-0DBF-5BF0C8F89E85}"/>
              </a:ext>
            </a:extLst>
          </p:cNvPr>
          <p:cNvSpPr/>
          <p:nvPr/>
        </p:nvSpPr>
        <p:spPr>
          <a:xfrm>
            <a:off x="0" y="6615113"/>
            <a:ext cx="12192000" cy="2301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r>
              <a:rPr lang="en-US" altLang="en-US" sz="1200" b="1" dirty="0">
                <a:solidFill>
                  <a:schemeClr val="bg1"/>
                </a:solidFill>
                <a:latin typeface="Calibri" pitchFamily="34" charset="0"/>
              </a:rPr>
              <a:t>SKIT, JAIPUR										                                              www.skit.ac.in</a:t>
            </a:r>
          </a:p>
        </p:txBody>
      </p:sp>
      <p:pic>
        <p:nvPicPr>
          <p:cNvPr id="6" name="Picture 2" descr="https://www.skit.ac.in/images/headers/skit_logo.png">
            <a:extLst>
              <a:ext uri="{FF2B5EF4-FFF2-40B4-BE49-F238E27FC236}">
                <a16:creationId xmlns:a16="http://schemas.microsoft.com/office/drawing/2014/main" id="{D94F37D1-B53D-27DA-F96D-EA9F9F1C0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43" y="124980"/>
            <a:ext cx="11334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3C70ABAE-D0C8-25D7-E711-CB7CF3A69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1641" y="1047825"/>
            <a:ext cx="1071815" cy="953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6FAD7BF5-58D7-F506-E49B-7B582D570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137" y="990855"/>
            <a:ext cx="967813" cy="953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388A9BC2-DD3B-5462-91BD-66CF48395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428" y="1116028"/>
            <a:ext cx="1281971" cy="783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8" descr="daisyUI Logo — daisyUI Tailwind CSS Component UI Library">
            <a:extLst>
              <a:ext uri="{FF2B5EF4-FFF2-40B4-BE49-F238E27FC236}">
                <a16:creationId xmlns:a16="http://schemas.microsoft.com/office/drawing/2014/main" id="{8B91B5EB-2736-571B-39F7-7DEBF4A0A4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75559" y="136191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10" descr="daisyUI Logo — daisyUI Tailwind CSS Component UI Library">
            <a:extLst>
              <a:ext uri="{FF2B5EF4-FFF2-40B4-BE49-F238E27FC236}">
                <a16:creationId xmlns:a16="http://schemas.microsoft.com/office/drawing/2014/main" id="{4A9B34ED-96E6-24B2-DEA0-59F1F32CB5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12" descr="daisyUI Logo — daisyUI Tailwind CSS Component UI Library">
            <a:extLst>
              <a:ext uri="{FF2B5EF4-FFF2-40B4-BE49-F238E27FC236}">
                <a16:creationId xmlns:a16="http://schemas.microsoft.com/office/drawing/2014/main" id="{DB0F21D2-FFDB-BD8A-8787-51168BE029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4" descr="daisyUI Logo — daisyUI Tailwind CSS Component UI Library">
            <a:extLst>
              <a:ext uri="{FF2B5EF4-FFF2-40B4-BE49-F238E27FC236}">
                <a16:creationId xmlns:a16="http://schemas.microsoft.com/office/drawing/2014/main" id="{E758A143-16EB-C497-202D-6FF9575409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11757" y="1944757"/>
            <a:ext cx="2093843" cy="2093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16" descr="Redux SVG and transparent PNG icons | TechIcons">
            <a:extLst>
              <a:ext uri="{FF2B5EF4-FFF2-40B4-BE49-F238E27FC236}">
                <a16:creationId xmlns:a16="http://schemas.microsoft.com/office/drawing/2014/main" id="{6DBD30F9-0933-4433-AEC8-435C426CA4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18" descr="daisyUI Logo — daisyUI Tailwind CSS Component UI Library">
            <a:extLst>
              <a:ext uri="{FF2B5EF4-FFF2-40B4-BE49-F238E27FC236}">
                <a16:creationId xmlns:a16="http://schemas.microsoft.com/office/drawing/2014/main" id="{D05C477D-07F1-0969-DABA-A812FAD49F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8026" y="921026"/>
            <a:ext cx="3269974" cy="3269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AutoShape 20" descr="Redux SVG and transparent PNG icons | TechIcons">
            <a:extLst>
              <a:ext uri="{FF2B5EF4-FFF2-40B4-BE49-F238E27FC236}">
                <a16:creationId xmlns:a16="http://schemas.microsoft.com/office/drawing/2014/main" id="{80EB213B-82EF-0339-9E54-2DC9EBB444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0EEEBE7-ED86-51E0-4492-6B92087EAC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3500" y="985523"/>
            <a:ext cx="1057586" cy="1057586"/>
          </a:xfrm>
          <a:prstGeom prst="rect">
            <a:avLst/>
          </a:prstGeom>
        </p:spPr>
      </p:pic>
      <p:pic>
        <p:nvPicPr>
          <p:cNvPr id="18" name="Picture 17" descr="A group of logos on a black background&#10;&#10;AI-generated content may be incorrect.">
            <a:extLst>
              <a:ext uri="{FF2B5EF4-FFF2-40B4-BE49-F238E27FC236}">
                <a16:creationId xmlns:a16="http://schemas.microsoft.com/office/drawing/2014/main" id="{6D6E773F-E6D4-95F7-F8FE-5AE2BCB44A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0550" y="976460"/>
            <a:ext cx="2371458" cy="1452518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2505DFF-70AF-883E-8291-DB275F6335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09890" y="2112287"/>
            <a:ext cx="1580359" cy="1580359"/>
          </a:xfrm>
          <a:prstGeom prst="rect">
            <a:avLst/>
          </a:prstGeom>
        </p:spPr>
      </p:pic>
      <p:pic>
        <p:nvPicPr>
          <p:cNvPr id="22" name="Picture 21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F99BA41F-967E-A603-1D48-CBEF3CCADA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1732" y="2296999"/>
            <a:ext cx="3912453" cy="1057585"/>
          </a:xfrm>
          <a:prstGeom prst="rect">
            <a:avLst/>
          </a:prstGeom>
        </p:spPr>
      </p:pic>
      <p:pic>
        <p:nvPicPr>
          <p:cNvPr id="24" name="Picture 23" descr="A black and white logo&#10;&#10;AI-generated content may be incorrect.">
            <a:extLst>
              <a:ext uri="{FF2B5EF4-FFF2-40B4-BE49-F238E27FC236}">
                <a16:creationId xmlns:a16="http://schemas.microsoft.com/office/drawing/2014/main" id="{D89BD89B-9F3A-6DA1-5403-FBD654AC6EF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6938" y="3770984"/>
            <a:ext cx="1392475" cy="1392475"/>
          </a:xfrm>
          <a:prstGeom prst="rect">
            <a:avLst/>
          </a:prstGeom>
        </p:spPr>
      </p:pic>
      <p:pic>
        <p:nvPicPr>
          <p:cNvPr id="26" name="Picture 25" descr="A shield with text on it&#10;&#10;AI-generated content may be incorrect.">
            <a:extLst>
              <a:ext uri="{FF2B5EF4-FFF2-40B4-BE49-F238E27FC236}">
                <a16:creationId xmlns:a16="http://schemas.microsoft.com/office/drawing/2014/main" id="{0F92F167-E6C9-5D30-F1DB-F7EBCFBEC98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9913" y="2084625"/>
            <a:ext cx="1718137" cy="1718137"/>
          </a:xfrm>
          <a:prstGeom prst="rect">
            <a:avLst/>
          </a:prstGeom>
        </p:spPr>
      </p:pic>
      <p:pic>
        <p:nvPicPr>
          <p:cNvPr id="30" name="Picture 29" descr="A logo with colorful lines&#10;&#10;AI-generated content may be incorrect.">
            <a:extLst>
              <a:ext uri="{FF2B5EF4-FFF2-40B4-BE49-F238E27FC236}">
                <a16:creationId xmlns:a16="http://schemas.microsoft.com/office/drawing/2014/main" id="{2326947C-C21D-48AC-8E3C-73FCAB6AEEE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16" b="31869"/>
          <a:stretch>
            <a:fillRect/>
          </a:stretch>
        </p:blipFill>
        <p:spPr>
          <a:xfrm>
            <a:off x="2531297" y="3839615"/>
            <a:ext cx="3027231" cy="1111459"/>
          </a:xfrm>
          <a:prstGeom prst="rect">
            <a:avLst/>
          </a:prstGeom>
        </p:spPr>
      </p:pic>
      <p:pic>
        <p:nvPicPr>
          <p:cNvPr id="32" name="Picture 31" descr="A black and white cat logo&#10;&#10;AI-generated content may be incorrect.">
            <a:extLst>
              <a:ext uri="{FF2B5EF4-FFF2-40B4-BE49-F238E27FC236}">
                <a16:creationId xmlns:a16="http://schemas.microsoft.com/office/drawing/2014/main" id="{3583C998-5E2B-75D1-7E34-A0077BB362C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80"/>
          <a:stretch>
            <a:fillRect/>
          </a:stretch>
        </p:blipFill>
        <p:spPr>
          <a:xfrm>
            <a:off x="7739659" y="3625665"/>
            <a:ext cx="1953308" cy="178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362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A6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4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of Training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57784" y="1422400"/>
            <a:ext cx="9529156" cy="4384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00"/>
              </a:lnSpc>
            </a:pPr>
            <a:r>
              <a:rPr lang="en-US" sz="2000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goal of my internship at GIT Infosys Pvt. Ltd. was to gain practical experience in Full Stack Web Development by working on real-world projects and applying the concepts learned during my academic studies. The internship helped me understand industry-standard development practices and improve both my technical and professional skills. During the internship, I worked with the MERN Stack (MongoDB, Express.js, React.js, and Node.js), developed responsive user interfaces using React.js, and gained exposure to technologies such as Three.js, React Three Fiber, and Framer Motion. I also learned backend development, API integration, database management, and version control using Git and GitHub. In addition to technical knowledge, the internship enhanced my problem-solving, teamwork, communication, and time management skills. Overall, it provided valuable hands-on experience and prepared me for a successful career in the software development industry.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5806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the objectives below to reflect your own training program's stated outcomes before presenting.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09360" y="18105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32369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6382512"/>
            <a:ext cx="82296" cy="82296"/>
          </a:xfrm>
          <a:prstGeom prst="diamond">
            <a:avLst/>
          </a:prstGeom>
          <a:solidFill>
            <a:srgbClr val="A87E4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6291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MORAA JEWELS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0232" y="62910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A6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4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309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Moraa Jewels is a responsive online jewelry store offering product browsing, user authentication, an admin-managed catalog, and cloud-based image delivery. A React single-page frontend pairs with a Node/Express backend and MongoDB persistence, deployed on Vercel.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452360" y="1783080"/>
            <a:ext cx="4114800" cy="4206240"/>
          </a:xfrm>
          <a:prstGeom prst="roundRect">
            <a:avLst>
              <a:gd name="adj" fmla="val 1333"/>
            </a:avLst>
          </a:prstGeom>
          <a:solidFill>
            <a:srgbClr val="F1EADD"/>
          </a:solidFill>
          <a:ln w="9525">
            <a:solidFill>
              <a:srgbClr val="D8CC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6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0" y="2423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89720" y="2423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0" y="29077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89720" y="29077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0" y="339242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89720" y="33924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0" y="387705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89720" y="38770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0" y="43616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89720" y="43616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0" y="4846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89720" y="4846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0" y="53309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89720" y="53309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moraajewles.com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6382512"/>
            <a:ext cx="82296" cy="82296"/>
          </a:xfrm>
          <a:prstGeom prst="diamond">
            <a:avLst/>
          </a:prstGeom>
          <a:solidFill>
            <a:srgbClr val="A87E4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6291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MORAA JEWELS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0232" y="62910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53AF6-C258-C3FE-0737-02ED7669E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53653C-4BC9-D4D8-EF17-9471BC7DBC28}"/>
              </a:ext>
            </a:extLst>
          </p:cNvPr>
          <p:cNvSpPr txBox="1"/>
          <p:nvPr/>
        </p:nvSpPr>
        <p:spPr>
          <a:xfrm>
            <a:off x="4601817" y="327991"/>
            <a:ext cx="4065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3600" dirty="0">
                <a:latin typeface="Algerian" panose="04020705040A02060702" pitchFamily="82" charset="0"/>
              </a:rPr>
              <a:t>Login SECTION</a:t>
            </a:r>
            <a:endParaRPr lang="en-IN" sz="3600" dirty="0"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6EF153-D358-A953-C162-D5461A506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4322"/>
            <a:ext cx="12192000" cy="588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987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79E68-7820-D7FB-4956-AACC90205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A5EB76-357C-918C-45F5-DFEA9156D299}"/>
              </a:ext>
            </a:extLst>
          </p:cNvPr>
          <p:cNvSpPr txBox="1"/>
          <p:nvPr/>
        </p:nvSpPr>
        <p:spPr>
          <a:xfrm>
            <a:off x="4134677" y="377687"/>
            <a:ext cx="44527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Algerian" panose="04020705040A02060702" pitchFamily="82" charset="0"/>
              </a:rPr>
              <a:t>HOME SECTION</a:t>
            </a:r>
            <a:endParaRPr lang="en-IN" sz="3600" dirty="0">
              <a:latin typeface="Algerian" panose="04020705040A02060702" pitchFamily="82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9E2F1A-F8ED-8E01-7222-45AE9CD19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7600"/>
            <a:ext cx="12192000" cy="57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098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5DD9F-4C0E-FF80-93F8-EBB41B359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3E98609-E51F-36BF-87B9-EC3042BEFBF1}"/>
              </a:ext>
            </a:extLst>
          </p:cNvPr>
          <p:cNvSpPr txBox="1"/>
          <p:nvPr/>
        </p:nvSpPr>
        <p:spPr>
          <a:xfrm>
            <a:off x="3697357" y="347870"/>
            <a:ext cx="52478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Algerian" panose="04020705040A02060702" pitchFamily="82" charset="0"/>
              </a:rPr>
              <a:t>PRODUCT SECTION</a:t>
            </a:r>
            <a:endParaRPr lang="en-IN" sz="3600" dirty="0">
              <a:latin typeface="Algerian" panose="04020705040A02060702" pitchFamily="82" charset="0"/>
            </a:endParaRP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B94D29-9A7A-4F6A-2D41-08E8A2981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" y="1126836"/>
            <a:ext cx="12192000" cy="573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51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1CE20-43D8-0C26-E688-601CBE0B4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6540D41-1B13-2CF2-9FB0-08CB5B80B7DA}"/>
              </a:ext>
            </a:extLst>
          </p:cNvPr>
          <p:cNvSpPr txBox="1"/>
          <p:nvPr/>
        </p:nvSpPr>
        <p:spPr>
          <a:xfrm>
            <a:off x="3985590" y="308113"/>
            <a:ext cx="4923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err="1">
                <a:latin typeface="Algerian" panose="04020705040A02060702" pitchFamily="82" charset="0"/>
              </a:rPr>
              <a:t>CArT</a:t>
            </a:r>
            <a:r>
              <a:rPr lang="en-IN" sz="3600" dirty="0">
                <a:latin typeface="Algerian" panose="04020705040A02060702" pitchFamily="82" charset="0"/>
              </a:rPr>
              <a:t> section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3E8853-3545-C1E8-7230-E21CBA774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7599"/>
            <a:ext cx="12192000" cy="584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99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A6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TECHNOLOGY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4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Stack, Layer by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F1EADD"/>
          </a:solidFill>
          <a:ln w="9525">
            <a:solidFill>
              <a:srgbClr val="D8CC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74520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A6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520440" y="2011680"/>
            <a:ext cx="0" cy="512064"/>
          </a:xfrm>
          <a:prstGeom prst="line">
            <a:avLst/>
          </a:prstGeom>
          <a:noFill/>
          <a:ln w="12700">
            <a:solidFill>
              <a:srgbClr val="D8CC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1874520"/>
            <a:ext cx="7406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TypeScript · Vite · Tailwind CSS · React Router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8CC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807208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A6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20440" y="2944368"/>
            <a:ext cx="0" cy="512064"/>
          </a:xfrm>
          <a:prstGeom prst="line">
            <a:avLst/>
          </a:prstGeom>
          <a:noFill/>
          <a:ln w="12700">
            <a:solidFill>
              <a:srgbClr val="D8CC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2807208"/>
            <a:ext cx="7406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(independent /server sub-project)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F1EADD"/>
          </a:solidFill>
          <a:ln w="9525">
            <a:solidFill>
              <a:srgbClr val="D8CC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739896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A6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MEDIA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20440" y="3877056"/>
            <a:ext cx="0" cy="512064"/>
          </a:xfrm>
          <a:prstGeom prst="line">
            <a:avLst/>
          </a:prstGeom>
          <a:noFill/>
          <a:ln w="12700">
            <a:solidFill>
              <a:srgbClr val="D8CC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3739896"/>
            <a:ext cx="7406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Mongoose · Cloudinary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672584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8CC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672584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A6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20440" y="4809744"/>
            <a:ext cx="0" cy="512064"/>
          </a:xfrm>
          <a:prstGeom prst="line">
            <a:avLst/>
          </a:prstGeom>
          <a:noFill/>
          <a:ln w="12700">
            <a:solidFill>
              <a:srgbClr val="D8CC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4672584"/>
            <a:ext cx="7406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sessions · bcryptjs password hashing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605272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F1EADD"/>
          </a:solidFill>
          <a:ln w="9525">
            <a:solidFill>
              <a:srgbClr val="D8CC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605272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A6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&amp; DEPLOYMENT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20440" y="5742432"/>
            <a:ext cx="0" cy="512064"/>
          </a:xfrm>
          <a:prstGeom prst="line">
            <a:avLst/>
          </a:prstGeom>
          <a:noFill/>
          <a:ln w="12700">
            <a:solidFill>
              <a:srgbClr val="D8CCB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5605272"/>
            <a:ext cx="7406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· PostCSS/Autoprefixer · Vercel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6382512"/>
            <a:ext cx="82296" cy="82296"/>
          </a:xfrm>
          <a:prstGeom prst="diamond">
            <a:avLst/>
          </a:prstGeom>
          <a:solidFill>
            <a:srgbClr val="A87E4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6291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MORAA JEWELS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0232" y="62910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A6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TECHNOLOGY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4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26380" cy="914400"/>
          </a:xfrm>
          <a:prstGeom prst="roundRect">
            <a:avLst>
              <a:gd name="adj" fmla="val 6000"/>
            </a:avLst>
          </a:prstGeom>
          <a:solidFill>
            <a:srgbClr val="F1EADD"/>
          </a:solidFill>
          <a:ln w="9525">
            <a:solidFill>
              <a:srgbClr val="D8CC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84248"/>
            <a:ext cx="47777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2313432"/>
            <a:ext cx="47777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Component-driven UI and application state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86500" y="1874520"/>
            <a:ext cx="5326380" cy="914400"/>
          </a:xfrm>
          <a:prstGeom prst="roundRect">
            <a:avLst>
              <a:gd name="adj" fmla="val 6000"/>
            </a:avLst>
          </a:prstGeom>
          <a:solidFill>
            <a:srgbClr val="F1EADD"/>
          </a:solidFill>
          <a:ln w="9525">
            <a:solidFill>
              <a:srgbClr val="D8CC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0820" y="1984248"/>
            <a:ext cx="47777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60820" y="2313432"/>
            <a:ext cx="47777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safety across components and API calls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990088"/>
            <a:ext cx="5326380" cy="914400"/>
          </a:xfrm>
          <a:prstGeom prst="roundRect">
            <a:avLst>
              <a:gd name="adj" fmla="val 6000"/>
            </a:avLst>
          </a:prstGeom>
          <a:solidFill>
            <a:srgbClr val="F1EADD"/>
          </a:solidFill>
          <a:ln w="9525">
            <a:solidFill>
              <a:srgbClr val="D8CC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99816"/>
            <a:ext cx="47777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14400" y="3429000"/>
            <a:ext cx="47777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dev server and optimized production build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86500" y="2990088"/>
            <a:ext cx="5326380" cy="914400"/>
          </a:xfrm>
          <a:prstGeom prst="roundRect">
            <a:avLst>
              <a:gd name="adj" fmla="val 6000"/>
            </a:avLst>
          </a:prstGeom>
          <a:solidFill>
            <a:srgbClr val="F1EADD"/>
          </a:solidFill>
          <a:ln w="9525">
            <a:solidFill>
              <a:srgbClr val="D8CC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0820" y="3099816"/>
            <a:ext cx="47777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60820" y="3429000"/>
            <a:ext cx="47777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Utility-first, mobile-responsive styling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05656"/>
            <a:ext cx="5326380" cy="914400"/>
          </a:xfrm>
          <a:prstGeom prst="roundRect">
            <a:avLst>
              <a:gd name="adj" fmla="val 6000"/>
            </a:avLst>
          </a:prstGeom>
          <a:solidFill>
            <a:srgbClr val="F1EADD"/>
          </a:solidFill>
          <a:ln w="9525">
            <a:solidFill>
              <a:srgbClr val="D8CC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15384"/>
            <a:ext cx="47777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4544568"/>
            <a:ext cx="47777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 between pages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86500" y="4105656"/>
            <a:ext cx="5326380" cy="914400"/>
          </a:xfrm>
          <a:prstGeom prst="roundRect">
            <a:avLst>
              <a:gd name="adj" fmla="val 6000"/>
            </a:avLst>
          </a:prstGeom>
          <a:solidFill>
            <a:srgbClr val="F1EADD"/>
          </a:solidFill>
          <a:ln w="9525">
            <a:solidFill>
              <a:srgbClr val="D8CC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0820" y="4215384"/>
            <a:ext cx="47777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lucide-react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60820" y="4544568"/>
            <a:ext cx="47777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icon set across the UI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221224"/>
            <a:ext cx="5326380" cy="914400"/>
          </a:xfrm>
          <a:prstGeom prst="roundRect">
            <a:avLst>
              <a:gd name="adj" fmla="val 6000"/>
            </a:avLst>
          </a:prstGeom>
          <a:solidFill>
            <a:srgbClr val="F1EADD"/>
          </a:solidFill>
          <a:ln w="9525">
            <a:solidFill>
              <a:srgbClr val="D8CCB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330952"/>
            <a:ext cx="47777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14400" y="5660136"/>
            <a:ext cx="47777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for talking to the API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6382512"/>
            <a:ext cx="82296" cy="82296"/>
          </a:xfrm>
          <a:prstGeom prst="diamond">
            <a:avLst/>
          </a:prstGeom>
          <a:solidFill>
            <a:srgbClr val="A87E4F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6291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MORAA JEWELS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00232" y="62910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A6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TECHNOLOGY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4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Backend, Auth &amp; Media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035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D8CC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185416"/>
            <a:ext cx="128016" cy="128016"/>
          </a:xfrm>
          <a:prstGeom prst="diamond">
            <a:avLst/>
          </a:prstGeom>
          <a:solidFill>
            <a:srgbClr val="A87E4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07568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A6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251460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Express, kept in its own /server sub-project</a:t>
            </a:r>
            <a:endParaRPr lang="en-US" sz="1250" dirty="0"/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dependencies and start script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874520"/>
            <a:ext cx="53035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D8CCB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01968" y="2185416"/>
            <a:ext cx="128016" cy="128016"/>
          </a:xfrm>
          <a:prstGeom prst="diamond">
            <a:avLst/>
          </a:prstGeom>
          <a:solidFill>
            <a:srgbClr val="A87E4F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207568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A6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12280" y="251460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as the primary datastore</a:t>
            </a:r>
            <a:endParaRPr lang="en-US" sz="1250" dirty="0"/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 for schema modeling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3035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D8CCB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" y="4334256"/>
            <a:ext cx="128016" cy="128016"/>
          </a:xfrm>
          <a:prstGeom prst="diamond">
            <a:avLst/>
          </a:prstGeom>
          <a:solidFill>
            <a:srgbClr val="A87E4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22452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A6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66344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for stateless session tokens</a:t>
            </a:r>
            <a:endParaRPr lang="en-US" sz="1250" dirty="0"/>
          </a:p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for password hashing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4023360"/>
            <a:ext cx="53035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D8CCB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01968" y="4334256"/>
            <a:ext cx="128016" cy="128016"/>
          </a:xfrm>
          <a:prstGeom prst="diamond">
            <a:avLst/>
          </a:prstGeom>
          <a:solidFill>
            <a:srgbClr val="A87E4F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422452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A6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12280" y="466344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for product image upload and hosting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6382512"/>
            <a:ext cx="82296" cy="82296"/>
          </a:xfrm>
          <a:prstGeom prst="diamond">
            <a:avLst/>
          </a:prstGeom>
          <a:solidFill>
            <a:srgbClr val="A87E4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6291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MORAA JEWELS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2910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A6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WORKING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4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&amp; Content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9384"/>
            <a:ext cx="365760" cy="365760"/>
          </a:xfrm>
          <a:prstGeom prst="line">
            <a:avLst/>
          </a:prstGeom>
          <a:solidFill>
            <a:srgbClr val="F1EADD"/>
          </a:solidFill>
          <a:ln w="12700">
            <a:solidFill>
              <a:srgbClr val="A87E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9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A6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the admin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874520"/>
            <a:ext cx="7452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seeding script creates the first admin account before launch.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69464"/>
            <a:ext cx="11109960" cy="0"/>
          </a:xfrm>
          <a:prstGeom prst="line">
            <a:avLst/>
          </a:prstGeom>
          <a:noFill/>
          <a:ln w="6350">
            <a:solidFill>
              <a:srgbClr val="D8CCB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752344"/>
            <a:ext cx="365760" cy="365760"/>
          </a:xfrm>
          <a:prstGeom prst="line">
            <a:avLst/>
          </a:prstGeom>
          <a:solidFill>
            <a:srgbClr val="F1EADD"/>
          </a:solidFill>
          <a:ln w="12700">
            <a:solidFill>
              <a:srgbClr val="A87E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52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A6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88720" y="26974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2697480"/>
            <a:ext cx="7452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auth flow, gated to an elevated role.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92424"/>
            <a:ext cx="11109960" cy="0"/>
          </a:xfrm>
          <a:prstGeom prst="line">
            <a:avLst/>
          </a:prstGeom>
          <a:noFill/>
          <a:ln w="6350">
            <a:solidFill>
              <a:srgbClr val="D8CCB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575304"/>
            <a:ext cx="365760" cy="365760"/>
          </a:xfrm>
          <a:prstGeom prst="line">
            <a:avLst/>
          </a:prstGeom>
          <a:solidFill>
            <a:srgbClr val="F1EADD"/>
          </a:solidFill>
          <a:ln w="12700">
            <a:solidFill>
              <a:srgbClr val="A87E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75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A6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88720" y="35204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products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3520440"/>
            <a:ext cx="7452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 and remove catalog listings from the admin view.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215384"/>
            <a:ext cx="11109960" cy="0"/>
          </a:xfrm>
          <a:prstGeom prst="line">
            <a:avLst/>
          </a:prstGeom>
          <a:noFill/>
          <a:ln w="6350">
            <a:solidFill>
              <a:srgbClr val="D8CCB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398264"/>
            <a:ext cx="365760" cy="365760"/>
          </a:xfrm>
          <a:prstGeom prst="line">
            <a:avLst/>
          </a:prstGeom>
          <a:solidFill>
            <a:srgbClr val="F1EADD"/>
          </a:solidFill>
          <a:ln w="12700">
            <a:solidFill>
              <a:srgbClr val="A87E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398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A6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88720" y="43434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Cloudinary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0" y="4343400"/>
            <a:ext cx="7452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photography uploads directly to cloud storage.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038344"/>
            <a:ext cx="11109960" cy="0"/>
          </a:xfrm>
          <a:prstGeom prst="line">
            <a:avLst/>
          </a:prstGeom>
          <a:noFill/>
          <a:ln w="6350">
            <a:solidFill>
              <a:srgbClr val="D8CCB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221224"/>
            <a:ext cx="365760" cy="365760"/>
          </a:xfrm>
          <a:prstGeom prst="line">
            <a:avLst/>
          </a:prstGeom>
          <a:solidFill>
            <a:srgbClr val="F1EADD"/>
          </a:solidFill>
          <a:ln w="12700">
            <a:solidFill>
              <a:srgbClr val="A87E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221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A6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88720" y="51663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updates live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0" y="5166360"/>
            <a:ext cx="7452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reach the storefront without a redeploy.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6382512"/>
            <a:ext cx="82296" cy="82296"/>
          </a:xfrm>
          <a:prstGeom prst="diamond">
            <a:avLst/>
          </a:prstGeom>
          <a:solidFill>
            <a:srgbClr val="A87E4F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6291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MORAA JEWELS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0232" y="62910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A6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4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Measures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442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D8CC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40280"/>
            <a:ext cx="502920" cy="502920"/>
          </a:xfrm>
          <a:prstGeom prst="line">
            <a:avLst/>
          </a:prstGeom>
          <a:solidFill>
            <a:srgbClr val="F1EADD"/>
          </a:solidFill>
          <a:ln w="12700">
            <a:solidFill>
              <a:srgbClr val="A87E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423160"/>
            <a:ext cx="146304" cy="146304"/>
          </a:xfrm>
          <a:prstGeom prst="diamond">
            <a:avLst/>
          </a:prstGeom>
          <a:solidFill>
            <a:srgbClr val="A87E4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971800"/>
            <a:ext cx="280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280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never stored in plain text — bcrypt hashes each one before it reaches the database.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04360" y="1920240"/>
            <a:ext cx="34442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D8CCB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24400" y="2240280"/>
            <a:ext cx="502920" cy="502920"/>
          </a:xfrm>
          <a:prstGeom prst="line">
            <a:avLst/>
          </a:prstGeom>
          <a:solidFill>
            <a:srgbClr val="F1EADD"/>
          </a:solidFill>
          <a:ln w="12700">
            <a:solidFill>
              <a:srgbClr val="A87E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07280" y="2423160"/>
            <a:ext cx="146304" cy="146304"/>
          </a:xfrm>
          <a:prstGeom prst="diamond">
            <a:avLst/>
          </a:prstGeom>
          <a:solidFill>
            <a:srgbClr val="A87E4F"/>
          </a:solidFill>
          <a:ln/>
        </p:spPr>
      </p:sp>
      <p:sp>
        <p:nvSpPr>
          <p:cNvPr id="12" name="Text 10"/>
          <p:cNvSpPr/>
          <p:nvPr/>
        </p:nvSpPr>
        <p:spPr>
          <a:xfrm>
            <a:off x="4724400" y="2971800"/>
            <a:ext cx="280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authentication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24400" y="3520440"/>
            <a:ext cx="280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sessions verify each request without server-side session storage.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68640" y="1920240"/>
            <a:ext cx="34442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D8CCB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88680" y="2240280"/>
            <a:ext cx="502920" cy="502920"/>
          </a:xfrm>
          <a:prstGeom prst="line">
            <a:avLst/>
          </a:prstGeom>
          <a:solidFill>
            <a:srgbClr val="F1EADD"/>
          </a:solidFill>
          <a:ln w="12700">
            <a:solidFill>
              <a:srgbClr val="A87E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71560" y="2423160"/>
            <a:ext cx="146304" cy="146304"/>
          </a:xfrm>
          <a:prstGeom prst="diamond">
            <a:avLst/>
          </a:prstGeom>
          <a:solidFill>
            <a:srgbClr val="A87E4F"/>
          </a:solidFill>
          <a:ln/>
        </p:spPr>
      </p:sp>
      <p:sp>
        <p:nvSpPr>
          <p:cNvPr id="17" name="Text 15"/>
          <p:cNvSpPr/>
          <p:nvPr/>
        </p:nvSpPr>
        <p:spPr>
          <a:xfrm>
            <a:off x="8488680" y="2971800"/>
            <a:ext cx="280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4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kept out of source control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88680" y="3520440"/>
            <a:ext cx="280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keys, database URI and Cloudinary credentials live in environment variables, guided by .env.example and enforced by .gitignore.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6382512"/>
            <a:ext cx="82296" cy="82296"/>
          </a:xfrm>
          <a:prstGeom prst="diamond">
            <a:avLst/>
          </a:prstGeom>
          <a:solidFill>
            <a:srgbClr val="A87E4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6291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MORAA JEWELS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2910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ln w="9525">
            <a:solidFill>
              <a:srgbClr val="A87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12180" y="1965960"/>
            <a:ext cx="164592" cy="164592"/>
          </a:xfrm>
          <a:prstGeom prst="diamond">
            <a:avLst/>
          </a:prstGeom>
          <a:solidFill>
            <a:srgbClr val="A87E4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42316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87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94360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8A7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MORAAJEWLES.COM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6DFE17-D374-A322-87AF-C32C34D3B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24"/>
            <a:ext cx="12188952" cy="68603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75222</TotalTime>
  <Words>852</Words>
  <Application>Microsoft Office PowerPoint</Application>
  <PresentationFormat>Widescreen</PresentationFormat>
  <Paragraphs>146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Algerian</vt:lpstr>
      <vt:lpstr>Arial</vt:lpstr>
      <vt:lpstr>Arial Black</vt:lpstr>
      <vt:lpstr>Calibri</vt:lpstr>
      <vt:lpstr>Calibri Light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Subodh Srivastava</dc:creator>
  <cp:lastModifiedBy>manish kumar</cp:lastModifiedBy>
  <cp:revision>257</cp:revision>
  <dcterms:created xsi:type="dcterms:W3CDTF">2022-05-04T15:19:53Z</dcterms:created>
  <dcterms:modified xsi:type="dcterms:W3CDTF">2026-07-20T17:32:59Z</dcterms:modified>
</cp:coreProperties>
</file>